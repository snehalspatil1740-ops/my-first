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Health Risk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Healthcare using AI for Early Diagnosis &amp; Preventive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Lack of integration of healthcare data</a:t>
            </a:r>
          </a:p>
          <a:p>
            <a:pPr/>
            <a:r>
              <a:t>Limited real-time patient monitoring</a:t>
            </a:r>
          </a:p>
          <a:p>
            <a:pPr/>
            <a:r>
              <a:t>Delayed diagnosis and treatment</a:t>
            </a:r>
          </a:p>
          <a:p>
            <a:pPr/>
            <a:r>
              <a:t>Inefficient use of large patient datasets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Enable early disease prediction</a:t>
            </a:r>
          </a:p>
          <a:p>
            <a:pPr/>
            <a:r>
              <a:t>Provide real-time health monitoring</a:t>
            </a:r>
          </a:p>
          <a:p>
            <a:pPr/>
            <a:r>
              <a:t>Support personalized healthcare</a:t>
            </a:r>
          </a:p>
          <a:p>
            <a:pPr/>
            <a:r>
              <a:t>Reduce hospital readmissions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system integrating EHR, wearables, and real-time data</a:t>
            </a:r>
          </a:p>
          <a:p>
            <a:pPr/>
            <a:r>
              <a:t>Predicts health risks using ML models</a:t>
            </a:r>
          </a:p>
          <a:p>
            <a:pPr/>
            <a:r>
              <a:t>Generates alerts and recommendations</a:t>
            </a:r>
          </a:p>
          <a:p>
            <a:pPr/>
            <a:r>
              <a:t>Supports remote healthcare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Real-time monitoring</a:t>
            </a:r>
          </a:p>
          <a:p>
            <a:pPr/>
            <a:r>
              <a:t>Risk prediction engine</a:t>
            </a:r>
          </a:p>
          <a:p>
            <a:pPr/>
            <a:r>
              <a:t>Smart alert system</a:t>
            </a:r>
          </a:p>
          <a:p>
            <a:pPr/>
            <a:r>
              <a:t>Personalized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Python, Machine Learning</a:t>
            </a:r>
          </a:p>
          <a:p>
            <a:pPr/>
            <a:r>
              <a:t>Streamlit / Flask</a:t>
            </a:r>
          </a:p>
          <a:p>
            <a:pPr/>
            <a:r>
              <a:t>Cloud Deployment</a:t>
            </a:r>
          </a:p>
          <a:p>
            <a:pPr/>
            <a:r>
              <a:t>API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Doctors &amp; Hospitals</a:t>
            </a:r>
          </a:p>
          <a:p>
            <a:pPr/>
            <a:r>
              <a:t>Patients</a:t>
            </a:r>
          </a:p>
          <a:p>
            <a:pPr/>
            <a:r>
              <a:t>Healthcare Organizations</a:t>
            </a:r>
          </a:p>
          <a:p>
            <a:pPr/>
            <a:r>
              <a:t>Insurance Companies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Early disease detection</a:t>
            </a:r>
          </a:p>
          <a:p>
            <a:pPr/>
            <a:r>
              <a:t>Reduced healthcare costs</a:t>
            </a:r>
          </a:p>
          <a:p>
            <a:pPr/>
            <a:r>
              <a:t>Improved decision making</a:t>
            </a:r>
          </a:p>
          <a:p>
            <a:pPr/>
            <a:r>
              <a:t>Better patient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Integration with wearable devices</a:t>
            </a:r>
          </a:p>
          <a:p>
            <a:pPr/>
            <a:r>
              <a:t>Telemedicine support</a:t>
            </a:r>
          </a:p>
          <a:p>
            <a:pPr/>
            <a:r>
              <a:t>Large-scale healthcare deployment</a:t>
            </a:r>
          </a:p>
          <a:p>
            <a:pPr/>
            <a:r>
              <a:t>AI-driven smart hospitals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enables preventive healthcare</a:t>
            </a:r>
          </a:p>
          <a:p>
            <a:pPr/>
            <a:r>
              <a:t>Improves efficiency and accuracy</a:t>
            </a:r>
          </a:p>
          <a:p>
            <a:pPr/>
            <a:r>
              <a:t>Supports better health outcomes globally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